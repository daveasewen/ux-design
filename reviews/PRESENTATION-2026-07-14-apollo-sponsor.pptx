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· DESIGN-SYSTEM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17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engine for designing with AI — on brand, accessible, at speed.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briefing · July 2026 · David Ewen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spend their days assembling interfaces from components that already exist. Build work — not craft.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89320" y="1828800"/>
            <a:ext cx="0" cy="2377440"/>
          </a:xfrm>
          <a:prstGeom prst="line">
            <a:avLst/>
          </a:prstGeom>
          <a:noFill/>
          <a:ln w="12700">
            <a:solidFill>
              <a:srgbClr val="D7D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240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generate an interface in seconds. But left ungoverned, it drifts from brand, from accessibility, from every standard we hold.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sits exactly between the two.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173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is a </a:t>
            </a:r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</a:t>
            </a:r>
            <a:pPr algn="l" indent="0" marL="0">
              <a:lnSpc>
                <a:spcPct val="102000"/>
              </a:lnSpc>
              <a:buNone/>
            </a:pPr>
            <a:endParaRPr lang="en-US" sz="5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design-system engine.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generates on-brand, accessible interfaces at speed — and it is built so the </a:t>
            </a:r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does the build</a:t>
            </a:r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</a:t>
            </a:r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does the craft</a:t>
            </a:r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moving parts. No black box.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tokens and the reviewed, gated components — the single source of truth for what “on brand” means.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checks for brand fidelity and accessibility. Not guidance — enforcement that can withhold “done”.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method: how a task is generated, retrieved, and reviewed. Repeatable, inspectable, improvable.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agent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that operates it — running today in VS Code with GitHub Copilot, the tools designers already have.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by design — no bespoke runtime. Any capable AI agent can operate the engine.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system.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here is generated from the canon and rendered in light and dark, together, for review — the same view designers and reviewers use.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956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4956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AA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build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4956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dark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gated, both themes</a:t>
            </a:r>
            <a:endParaRPr lang="en-US" sz="1100" dirty="0"/>
          </a:p>
        </p:txBody>
      </p:sp>
      <p:pic>
        <p:nvPicPr>
          <p:cNvPr id="12" name="Image 0" descr="/tmp/proof_button_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508760"/>
            <a:ext cx="5120640" cy="38756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0" y="1508760"/>
            <a:ext cx="5120640" cy="3875684"/>
          </a:xfrm>
          <a:prstGeom prst="rect">
            <a:avLst/>
          </a:prstGeom>
          <a:ln w="9525">
            <a:solidFill>
              <a:srgbClr val="D7D8D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1790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81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over </a:t>
            </a:r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assembles what is known. The designer is freed for what is new — patterns, journeys, judgment. AI doesn't replace the designer's craft. It clears the ground for it.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MODES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brain, tuned for the task.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Strict, compliant assembly of known components. Boring by design — and for production, that is exactly right.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inspiration to explore new directions. What earns its place flows back to become new canon.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dev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review new components — the raw material the whole system runs 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low-stakes noodling — where ideas start before they are shaped.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gates hold across every mode. That shared floor is the moat.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returns, one system.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on the high-value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assembling the known; more on the craft only they can do.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built 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and accessibility enforced by the engine — not bolted on, not left to chance.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quality rises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floor frees attention for taste, nuance, and the new.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to compliant UI, faster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build collapses from hours to moments.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9659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experimenting.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pack they run in their own tools — release imminent, feedback flowing back.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338328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richer, well-crafted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as the source of truth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a settings layer: admin tuning, a simple view for users.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48006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design brain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many modes of creation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from strict production to genuinely new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HONESTLY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pPr algn="l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component inventory is still early, and the approach is deliberately </a:t>
            </a:r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</a:t>
            </a:r>
            <a:pPr algn="l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are showing progress and learning in the open — not claiming a finished product. That candour is the point: it is how we get this right.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5029200" cy="25603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</a:t>
            </a:r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keep going — and to widen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signal that the idea is worth pursuing, and worth more room to prove itself. No budget ask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788920"/>
            <a:ext cx="5029200" cy="25603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checkpoint</a:t>
            </a:r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set today.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agree the date we come back together, so momentum has a deadline to meet.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1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85800" y="39319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automated.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is the point.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Apollo — sponsor briefing</dc:title>
  <dc:subject>PptxGenJS Presentation</dc:subject>
  <dc:creator>David Ewen</dc:creator>
  <cp:lastModifiedBy>David Ewen</cp:lastModifiedBy>
  <cp:revision>1</cp:revision>
  <dcterms:created xsi:type="dcterms:W3CDTF">2026-07-14T10:39:44Z</dcterms:created>
  <dcterms:modified xsi:type="dcterms:W3CDTF">2026-07-14T10:39:44Z</dcterms:modified>
</cp:coreProperties>
</file>